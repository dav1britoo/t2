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s] Apresentação de 5 minutos. Abertura rápida: problema 449B do Codeforces, resolvido com Dijkstra. Divisão: 1 min problema/modelagem, 2 min estratégia, 1 min complexidade/casos, 1 min conclusão.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 min p/ problema + modelagem — começa aqui]
n cidades (1 = capital), m estradas com peso, k trens diretos da capital. Queremos fechar o MÁXIMO de trens sem aumentar a distância mínima de nenhuma cidade até a capital. No exemplo, a resposta é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 min p/ problema + modelagem]
Mostrar que cada cidade é um vértice, cada estrada uma aresta com peso, e o pulo do gato: o trem é só uma aresta EXTRA da capital até a cidade. Como todos os pesos são &gt;= 1 (não negativos) e a origem é única (capital), Dijkstra é a ferramenta certa.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 min p/ estratégia — começa aqui]
Rodamos UM Dijkstra a partir da capital. A novidade é o vetor via_estrada: ele guarda se a melhor distância até cada cidade pode ser obtida só por estradas. No relaxamento, se acho caminho mais curto atualizo a distância e marco via_estrada conforme a aresta seja estrada ou trem; em empate por estrada, marco via_estrada =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 min p/ estratégia — continua]
Aqui mostro o resultado no exemplo: as distâncias finais nas pílulas douradas. Olhando via_estrada, só a cidade 4 está marcada com F — ou seja, depende do trem. As outras têm caminho ótimo por estrada.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 min p/ estratégia — fecha aqui]
Esta é a regra de ouro. Como todo trem sai da capital, ele é a primeira aresta do caminho. Para cada trem (s, y): se y &gt; dist[s] é inútil; se y = dist[s] e existe estrada equivalente, fecha; se y = dist[s] e NÃO há estrada, é essencial e mantém um. No exemplo: fecha 2 dos 3 trens.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 min p/ complexidade e casos]
Um único Dijkstra com heap: O((V+E) log V), memória O(V+E). Na prática rodou em 1,6 s e 180 MB, dentro dos limites. Casos a citar: pesos até 10^9 (cuidado com soma, usar long em Java; em Python tranquilo); empate trem×estrada resolvido por via_estrada; trens repetidos agrupados por destino.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 min p/ conclusão]
Recapitular as 3 ideias e mostrar o Accepted: 1625 ms / 180 MB no Codeforces. Total alvo da apresentação: 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 de Problemas com Grafos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Codeforces 449B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Jzzhu and Cities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com análise de arestas redundantes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15600" cy="1828800"/>
          </a:xfrm>
          <a:prstGeom prst="roundRect">
            <a:avLst>
              <a:gd name="adj" fmla="val 5000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2976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Grupo F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Vitor Silva  •  Antonio Davi  •  Pablo Dornelles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Me Ricardo Carubbi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5623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Linguagem: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  •   Plataforma: Codeforces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Prático 2 — Unidade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O problema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21792" y="1353312"/>
            <a:ext cx="768096" cy="768096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13533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⬢</a:t>
            </a:r>
            <a:endParaRPr lang="en-US" sz="1932" dirty="0"/>
          </a:p>
        </p:txBody>
      </p:sp>
      <p:sp>
        <p:nvSpPr>
          <p:cNvPr id="5" name="Text 3"/>
          <p:cNvSpPr/>
          <p:nvPr/>
        </p:nvSpPr>
        <p:spPr>
          <a:xfrm>
            <a:off x="1554480" y="13716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468880" y="13716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(capital = 1)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" y="2267712"/>
            <a:ext cx="768096" cy="768096"/>
          </a:xfrm>
          <a:prstGeom prst="ellipse">
            <a:avLst/>
          </a:prstGeom>
          <a:solidFill>
            <a:srgbClr val="F9E795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2677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932" dirty="0"/>
          </a:p>
        </p:txBody>
      </p:sp>
      <p:sp>
        <p:nvSpPr>
          <p:cNvPr id="9" name="Text 7"/>
          <p:cNvSpPr/>
          <p:nvPr/>
        </p:nvSpPr>
        <p:spPr>
          <a:xfrm>
            <a:off x="1554480" y="22860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468880" y="22860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bidirecionais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" y="3182112"/>
            <a:ext cx="768096" cy="7680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31821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⇢</a:t>
            </a:r>
            <a:endParaRPr lang="en-US" sz="1932" dirty="0"/>
          </a:p>
        </p:txBody>
      </p:sp>
      <p:sp>
        <p:nvSpPr>
          <p:cNvPr id="13" name="Text 11"/>
          <p:cNvSpPr/>
          <p:nvPr/>
        </p:nvSpPr>
        <p:spPr>
          <a:xfrm>
            <a:off x="1554480" y="32004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2468880" y="32004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capital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5212080" cy="96012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2976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máximo de trens sem aumentar a distância da capital a nenhuma cidade.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76072" y="5422392"/>
            <a:ext cx="768096" cy="768096"/>
          </a:xfrm>
          <a:prstGeom prst="ellipse">
            <a:avLst/>
          </a:prstGeom>
          <a:solidFill>
            <a:srgbClr val="F9E795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542239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32" dirty="0"/>
          </a:p>
        </p:txBody>
      </p:sp>
      <p:sp>
        <p:nvSpPr>
          <p:cNvPr id="19" name="Text 17"/>
          <p:cNvSpPr/>
          <p:nvPr/>
        </p:nvSpPr>
        <p:spPr>
          <a:xfrm>
            <a:off x="1508760" y="553212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trens podem ser fechados  (saída do exemplo 1)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0" y="1188720"/>
            <a:ext cx="5349240" cy="5029200"/>
          </a:xfrm>
          <a:prstGeom prst="roundRect">
            <a:avLst>
              <a:gd name="adj" fmla="val 1455"/>
            </a:avLst>
          </a:prstGeom>
          <a:solidFill>
            <a:srgbClr val="0F1638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01484" y="3703320"/>
            <a:ext cx="1552194" cy="-137525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94701" y="2869387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53678" y="2328062"/>
            <a:ext cx="753923" cy="137525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47759" y="2869387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01484" y="3703320"/>
            <a:ext cx="2306117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662" y="35570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607601" y="3703320"/>
            <a:ext cx="1330452" cy="120335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89947" y="4158691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01484" y="3703320"/>
            <a:ext cx="1552194" cy="150418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94701" y="430911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301484" y="3703320"/>
            <a:ext cx="2306117" cy="0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7301484" y="3703320"/>
            <a:ext cx="3636569" cy="1203350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7301484" y="3703320"/>
            <a:ext cx="1552194" cy="1504188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100316" y="350215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00316" y="3493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652510" y="2126894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52510" y="21177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406433" y="350215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406433" y="3493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0736885" y="470550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36885" y="469635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8652510" y="5006340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52510" y="49971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583680" y="1325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Exemplo 1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6629400" y="5852160"/>
            <a:ext cx="54864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69480" y="571500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503920" y="5852160"/>
            <a:ext cx="54864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9144000" y="5715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 (da capital)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Modelagem como grafo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da entrada vira um elemento do grafo — em três etapas: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286000" cy="3611880"/>
          </a:xfrm>
          <a:prstGeom prst="roundRect">
            <a:avLst>
              <a:gd name="adj" fmla="val 3200"/>
            </a:avLst>
          </a:prstGeom>
          <a:solidFill>
            <a:srgbClr val="0F163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44752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Cidades → vértices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19450" y="3246120"/>
            <a:ext cx="274320" cy="274320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9450" y="32369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23904" y="2209190"/>
            <a:ext cx="274320" cy="27432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23904" y="220004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736994" y="3246120"/>
            <a:ext cx="274320" cy="27432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36994" y="32369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4903" y="4283050"/>
            <a:ext cx="274320" cy="27432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4903" y="427390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45631" y="4283050"/>
            <a:ext cx="274320" cy="27432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45631" y="427390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52928" y="1371600"/>
            <a:ext cx="2286000" cy="3611880"/>
          </a:xfrm>
          <a:prstGeom prst="roundRect">
            <a:avLst>
              <a:gd name="adj" fmla="val 3200"/>
            </a:avLst>
          </a:prstGeom>
          <a:solidFill>
            <a:srgbClr val="0F1638"/>
          </a:solidFill>
          <a:ln w="25400">
            <a:solidFill>
              <a:srgbClr val="F9E79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2656" y="1444752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Estradas → arestas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252338" y="3383280"/>
            <a:ext cx="704454" cy="-103693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56792" y="2346350"/>
            <a:ext cx="313091" cy="103693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52338" y="3383280"/>
            <a:ext cx="1017544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69882" y="3383280"/>
            <a:ext cx="547908" cy="103693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52338" y="3383280"/>
            <a:ext cx="626181" cy="103693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15178" y="3246120"/>
            <a:ext cx="274320" cy="274320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15178" y="32369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819632" y="2209190"/>
            <a:ext cx="274320" cy="27432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19632" y="220004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32722" y="3246120"/>
            <a:ext cx="274320" cy="27432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32722" y="32369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80631" y="4283050"/>
            <a:ext cx="274320" cy="27432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80631" y="427390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741359" y="4283050"/>
            <a:ext cx="274320" cy="27432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41359" y="427390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248656" y="1371600"/>
            <a:ext cx="2286000" cy="3611880"/>
          </a:xfrm>
          <a:prstGeom prst="roundRect">
            <a:avLst>
              <a:gd name="adj" fmla="val 3200"/>
            </a:avLst>
          </a:prstGeom>
          <a:solidFill>
            <a:srgbClr val="0F1638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58384" y="1444752"/>
            <a:ext cx="20665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Trens → arestas extras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648066" y="3383280"/>
            <a:ext cx="704454" cy="-103693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52520" y="2346350"/>
            <a:ext cx="313091" cy="103693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48066" y="3383280"/>
            <a:ext cx="1017544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65610" y="3383280"/>
            <a:ext cx="547908" cy="103693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648066" y="3383280"/>
            <a:ext cx="626181" cy="103693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48066" y="3383280"/>
            <a:ext cx="1017544" cy="0"/>
          </a:xfrm>
          <a:prstGeom prst="line">
            <a:avLst/>
          </a:prstGeom>
          <a:noFill/>
          <a:ln w="11430">
            <a:solidFill>
              <a:srgbClr val="F96167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5648066" y="3383280"/>
            <a:ext cx="1565453" cy="1036930"/>
          </a:xfrm>
          <a:prstGeom prst="line">
            <a:avLst/>
          </a:prstGeom>
          <a:noFill/>
          <a:ln w="11430">
            <a:solidFill>
              <a:srgbClr val="F96167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5648066" y="3383280"/>
            <a:ext cx="626181" cy="1036930"/>
          </a:xfrm>
          <a:prstGeom prst="line">
            <a:avLst/>
          </a:prstGeom>
          <a:noFill/>
          <a:ln w="11430">
            <a:solidFill>
              <a:srgbClr val="F96167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5510906" y="3246120"/>
            <a:ext cx="274320" cy="274320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0906" y="32369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215360" y="2209190"/>
            <a:ext cx="274320" cy="27432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15360" y="220004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528450" y="3246120"/>
            <a:ext cx="274320" cy="27432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28450" y="32369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076359" y="4283050"/>
            <a:ext cx="274320" cy="27432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76359" y="427390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137087" y="4283050"/>
            <a:ext cx="274320" cy="27432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37087" y="427390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772400" y="137160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955280" y="14813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Dijkstra?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7955280" y="214884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5528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≥0</a:t>
            </a:r>
            <a:endParaRPr lang="en-US" sz="1380" dirty="0"/>
          </a:p>
        </p:txBody>
      </p:sp>
      <p:sp>
        <p:nvSpPr>
          <p:cNvPr id="57" name="Text 55"/>
          <p:cNvSpPr/>
          <p:nvPr/>
        </p:nvSpPr>
        <p:spPr>
          <a:xfrm>
            <a:off x="8686800" y="21488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não negativos (x, y ≥ 1)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7955280" y="306324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955280" y="3063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80" dirty="0"/>
          </a:p>
        </p:txBody>
      </p:sp>
      <p:sp>
        <p:nvSpPr>
          <p:cNvPr id="60" name="Text 58"/>
          <p:cNvSpPr/>
          <p:nvPr/>
        </p:nvSpPr>
        <p:spPr>
          <a:xfrm>
            <a:off x="8686800" y="30632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única: a capital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7955280" y="397764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5528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380" dirty="0"/>
          </a:p>
        </p:txBody>
      </p:sp>
      <p:sp>
        <p:nvSpPr>
          <p:cNvPr id="63" name="Text 61"/>
          <p:cNvSpPr/>
          <p:nvPr/>
        </p:nvSpPr>
        <p:spPr>
          <a:xfrm>
            <a:off x="8686800" y="3977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Trens são só arestas extras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457200" y="5212080"/>
            <a:ext cx="11292840" cy="1051560"/>
          </a:xfrm>
          <a:prstGeom prst="roundRect">
            <a:avLst>
              <a:gd name="adj" fmla="val 5217"/>
            </a:avLst>
          </a:prstGeom>
          <a:solidFill>
            <a:srgbClr val="12193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800" y="5303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Representação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68580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adj[u] = [ (vizinho, peso, é_trem) ]       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lista de adjacência   •   V = n   •   E = 2m + k</a:t>
            </a:r>
            <a:endParaRPr lang="en-US" sz="1400" dirty="0"/>
          </a:p>
        </p:txBody>
      </p:sp>
      <p:sp>
        <p:nvSpPr>
          <p:cNvPr id="68" name="Shape 6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Estratégia: Dijkstra + via_estrada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Variação:  </a:t>
            </a:r>
            <a:pPr indent="0" marL="0">
              <a:buNone/>
            </a:pPr>
            <a:r>
              <a:rPr lang="en-US" sz="13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execução de Dijkstra, com uma anotação extra por vértice — sem expansão de estado.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852160" cy="4846320"/>
          </a:xfrm>
          <a:prstGeom prst="roundRect">
            <a:avLst>
              <a:gd name="adj" fmla="val 1509"/>
            </a:avLst>
          </a:prstGeom>
          <a:solidFill>
            <a:srgbClr val="0F1638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087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Relaxar  u → v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737360" y="2743200"/>
            <a:ext cx="32004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54680" y="23957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640080" cy="640080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17320" y="241401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617720" y="2423160"/>
            <a:ext cx="640080" cy="64008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41401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3108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dist[u]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0560" y="3108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dist[v]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3657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 = dist[u] + w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4251960"/>
            <a:ext cx="5303520" cy="777240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251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 &lt; dist[v]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dist[v]=nd,  via_estrada[v] = (não é trem)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5120640"/>
            <a:ext cx="5303520" cy="777240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2064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 = dist[v] e estrada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via_estrada[v] = True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1417320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75704" y="1609344"/>
            <a:ext cx="621792" cy="621792"/>
          </a:xfrm>
          <a:prstGeom prst="ellipse">
            <a:avLst/>
          </a:prstGeom>
          <a:solidFill>
            <a:srgbClr val="F9E795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75704" y="160934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4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⛁</a:t>
            </a:r>
            <a:endParaRPr lang="en-US" sz="1564" dirty="0"/>
          </a:p>
        </p:txBody>
      </p:sp>
      <p:sp>
        <p:nvSpPr>
          <p:cNvPr id="22" name="Text 20"/>
          <p:cNvSpPr/>
          <p:nvPr/>
        </p:nvSpPr>
        <p:spPr>
          <a:xfrm>
            <a:off x="7589520" y="155448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Fila de prioridade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89520" y="196596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heapq sempre extrai o vértice de menor distância.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044952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75704" y="3236976"/>
            <a:ext cx="621792" cy="62179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5704" y="3236976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4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64" dirty="0"/>
          </a:p>
        </p:txBody>
      </p:sp>
      <p:sp>
        <p:nvSpPr>
          <p:cNvPr id="27" name="Text 25"/>
          <p:cNvSpPr/>
          <p:nvPr/>
        </p:nvSpPr>
        <p:spPr>
          <a:xfrm>
            <a:off x="7589520" y="318211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Inicialização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89520" y="3593592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dist[1]=0, demais ∞.  via_estrada[1]=True.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4672584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75704" y="4864608"/>
            <a:ext cx="621792" cy="621792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75704" y="486460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4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564" dirty="0"/>
          </a:p>
        </p:txBody>
      </p:sp>
      <p:sp>
        <p:nvSpPr>
          <p:cNvPr id="32" name="Text 30"/>
          <p:cNvSpPr/>
          <p:nvPr/>
        </p:nvSpPr>
        <p:spPr>
          <a:xfrm>
            <a:off x="7589520" y="4809744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Parada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589520" y="5221224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vazia → dist[] final, com trens já incluídos.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Dijkstra em ação — Exemplo 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5029200"/>
          </a:xfrm>
          <a:prstGeom prst="roundRect">
            <a:avLst>
              <a:gd name="adj" fmla="val 1455"/>
            </a:avLst>
          </a:prstGeom>
          <a:solidFill>
            <a:srgbClr val="0F1638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89888" y="3703320"/>
            <a:ext cx="1664208" cy="-137525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39112" y="2869387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054096" y="2328062"/>
            <a:ext cx="808330" cy="137525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75381" y="2869387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389888" y="3703320"/>
            <a:ext cx="2472538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43277" y="35570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62426" y="3703320"/>
            <a:ext cx="1426464" cy="120335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92778" y="4158691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89888" y="3703320"/>
            <a:ext cx="1664208" cy="150418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39112" y="430911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389888" y="3703320"/>
            <a:ext cx="2472538" cy="0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389888" y="3703320"/>
            <a:ext cx="3899002" cy="1203350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389888" y="3703320"/>
            <a:ext cx="1664208" cy="1504188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188720" y="350215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0" y="3493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536192" y="3291840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36192" y="327355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52928" y="2126894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52928" y="21177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00400" y="1916582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0" y="1898294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61258" y="350215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61258" y="3493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008730" y="3291840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08730" y="327355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87722" y="470550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87722" y="469635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35194" y="4495190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35194" y="447690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852928" y="5006340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52928" y="49971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200400" y="4796028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0" y="477774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1325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Distâncias finais (pílulas douradas)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Vetores ao final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64592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178308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índice         1  2  3  4  5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            0  1  3  5  5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via_estrada     T  T  T  </a:t>
            </a:r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400800" y="342900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29400" y="3520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ler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675120" y="4032504"/>
            <a:ext cx="164592" cy="164592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95160" y="3904488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2, 3, 5 têm caminho ótimo por estradas.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675120" y="4782312"/>
            <a:ext cx="164592" cy="16459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95160" y="4654296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a cidade 4 depende do trem (via_estrada = F).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675120" y="5532120"/>
            <a:ext cx="164592" cy="164592"/>
          </a:xfrm>
          <a:prstGeom prst="ellipse">
            <a:avLst/>
          </a:prstGeom>
          <a:solidFill>
            <a:srgbClr val="F9E795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95160" y="5404104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no exemplo, 2 dos 3 trens podem ser fechados.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Quando fechar cada trem?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2761488" cy="3657600"/>
          </a:xfrm>
          <a:prstGeom prst="roundRect">
            <a:avLst>
              <a:gd name="adj" fmla="val 2649"/>
            </a:avLst>
          </a:prstGeom>
          <a:solidFill>
            <a:srgbClr val="0F1638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35608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inútil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01368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&gt; dist[s]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60120" y="2880360"/>
            <a:ext cx="877824" cy="-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37944" y="2377440"/>
            <a:ext cx="877824" cy="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93976" y="23180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709928" y="2249424"/>
            <a:ext cx="256032" cy="256032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09928" y="22402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60120" y="2880360"/>
            <a:ext cx="1755648" cy="0"/>
          </a:xfrm>
          <a:prstGeom prst="line">
            <a:avLst/>
          </a:prstGeom>
          <a:noFill/>
          <a:ln w="16510">
            <a:solidFill>
              <a:srgbClr val="8A93B8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55064" y="2880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8952" y="267919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14600" y="267919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14600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48056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 FECHA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291840" y="1325880"/>
            <a:ext cx="2761488" cy="3657600"/>
          </a:xfrm>
          <a:prstGeom prst="roundRect">
            <a:avLst>
              <a:gd name="adj" fmla="val 2649"/>
            </a:avLst>
          </a:prstGeom>
          <a:solidFill>
            <a:srgbClr val="0F163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1435608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Alternativa por estrada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74720" y="1801368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dist[s], via_estrada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794760" y="2880360"/>
            <a:ext cx="877824" cy="-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72584" y="2377440"/>
            <a:ext cx="877824" cy="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28616" y="23180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44568" y="2249424"/>
            <a:ext cx="256032" cy="256032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22402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794760" y="2880360"/>
            <a:ext cx="1755648" cy="0"/>
          </a:xfrm>
          <a:prstGeom prst="line">
            <a:avLst/>
          </a:prstGeom>
          <a:noFill/>
          <a:ln w="16510">
            <a:solidFill>
              <a:srgbClr val="F96167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4489704" y="2880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93592" y="267919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93592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349240" y="267919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49240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74720" y="448056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 FECHA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126480" y="1325880"/>
            <a:ext cx="2761488" cy="3657600"/>
          </a:xfrm>
          <a:prstGeom prst="roundRect">
            <a:avLst>
              <a:gd name="adj" fmla="val 2649"/>
            </a:avLst>
          </a:prstGeom>
          <a:solidFill>
            <a:srgbClr val="0F1638"/>
          </a:solidFill>
          <a:ln w="25400">
            <a:solidFill>
              <a:srgbClr val="F9E79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0" y="1435608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essencial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09360" y="1801368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dist[s], sem estrada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629400" y="2880360"/>
            <a:ext cx="1755648" cy="0"/>
          </a:xfrm>
          <a:prstGeom prst="line">
            <a:avLst/>
          </a:prstGeom>
          <a:noFill/>
          <a:ln w="30480">
            <a:solidFill>
              <a:srgbClr val="F96167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7324344" y="2880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28232" y="267919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183880" y="267919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83880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309360" y="448056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MANTÉM 1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961120" y="1325880"/>
            <a:ext cx="2761488" cy="3657600"/>
          </a:xfrm>
          <a:prstGeom prst="roundRect">
            <a:avLst>
              <a:gd name="adj" fmla="val 2649"/>
            </a:avLst>
          </a:prstGeom>
          <a:solidFill>
            <a:srgbClr val="0F1638"/>
          </a:solidFill>
          <a:ln w="25400">
            <a:solidFill>
              <a:srgbClr val="8A9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0" y="1435608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9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 impossível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144000" y="1801368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&lt; dist[s]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464040" y="2880360"/>
            <a:ext cx="877824" cy="-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341864" y="2377440"/>
            <a:ext cx="877824" cy="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597896" y="23180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213848" y="2249424"/>
            <a:ext cx="256032" cy="256032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213848" y="22402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464040" y="2880360"/>
            <a:ext cx="1755648" cy="0"/>
          </a:xfrm>
          <a:prstGeom prst="line">
            <a:avLst/>
          </a:prstGeom>
          <a:noFill/>
          <a:ln w="16510">
            <a:solidFill>
              <a:srgbClr val="8A93B8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10158984" y="2880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9262872" y="267919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262872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11018520" y="267919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018520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9144000" y="448056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9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não ocorre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457200" y="5166360"/>
            <a:ext cx="112928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" y="52303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exemplo 1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40080" y="56235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trem (3,5):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&gt; 3 → </a:t>
            </a:r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       </a:t>
            </a:r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trem (4,5):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= 5, sem estrada → </a:t>
            </a:r>
            <a:pPr indent="0" marL="0">
              <a:buNone/>
            </a:pPr>
            <a:r>
              <a:rPr lang="en-US" sz="125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mantém       </a:t>
            </a:r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trem (5,5):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= 5, há estrada → </a:t>
            </a:r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</a:t>
            </a:r>
            <a:endParaRPr lang="en-US" sz="1250" dirty="0"/>
          </a:p>
        </p:txBody>
      </p:sp>
      <p:sp>
        <p:nvSpPr>
          <p:cNvPr id="62" name="Shape 5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Complexidade e casos especiais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258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5394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O((V + E) · log V)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= 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606040" y="3063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vértices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5661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= 2m + 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06040" y="356616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estradas ×2 + trens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0690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V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06040" y="406908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(heapq)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709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0F1638"/>
          </a:solidFill>
          <a:ln w="25400">
            <a:solidFill>
              <a:srgbClr val="F9E79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49834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 ms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94360" y="56235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(lim. 2 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91840" y="4709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0F163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9834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180 MB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429000" y="56235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(lim. 256 MB)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1188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Casos especiais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309360" y="1691640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47104" y="1901952"/>
            <a:ext cx="621792" cy="621792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47104" y="1901952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4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10⁹</a:t>
            </a:r>
            <a:endParaRPr lang="en-US" sz="1564" dirty="0"/>
          </a:p>
        </p:txBody>
      </p:sp>
      <p:sp>
        <p:nvSpPr>
          <p:cNvPr id="22" name="Text 20"/>
          <p:cNvSpPr/>
          <p:nvPr/>
        </p:nvSpPr>
        <p:spPr>
          <a:xfrm>
            <a:off x="7360920" y="178308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Pesos grandes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360920" y="21945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~10¹⁴ — int do Python / long em Java.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2852928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47104" y="3063240"/>
            <a:ext cx="621792" cy="62179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47104" y="3063240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4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</a:t>
            </a:r>
            <a:endParaRPr lang="en-US" sz="1564" dirty="0"/>
          </a:p>
        </p:txBody>
      </p:sp>
      <p:sp>
        <p:nvSpPr>
          <p:cNvPr id="27" name="Text 25"/>
          <p:cNvSpPr/>
          <p:nvPr/>
        </p:nvSpPr>
        <p:spPr>
          <a:xfrm>
            <a:off x="7360920" y="294436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Empate trem × estrada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360920" y="335584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via_estrada detecta e fecha o trem.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014216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47104" y="4224528"/>
            <a:ext cx="621792" cy="62179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47104" y="422452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4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≡</a:t>
            </a:r>
            <a:endParaRPr lang="en-US" sz="1564" dirty="0"/>
          </a:p>
        </p:txBody>
      </p:sp>
      <p:sp>
        <p:nvSpPr>
          <p:cNvPr id="32" name="Text 30"/>
          <p:cNvSpPr/>
          <p:nvPr/>
        </p:nvSpPr>
        <p:spPr>
          <a:xfrm>
            <a:off x="7360920" y="4105656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Trens repetidos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360920" y="451713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 por destino; mantém só o necessário.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309360" y="5175504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47104" y="5385816"/>
            <a:ext cx="621792" cy="62179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47104" y="5385816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4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1564" dirty="0"/>
          </a:p>
        </p:txBody>
      </p:sp>
      <p:sp>
        <p:nvSpPr>
          <p:cNvPr id="37" name="Text 35"/>
          <p:cNvSpPr/>
          <p:nvPr/>
        </p:nvSpPr>
        <p:spPr>
          <a:xfrm>
            <a:off x="7360920" y="5266944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melhora distância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7360920" y="567842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só mais uma aresta no Dijkstra.</a:t>
            </a:r>
            <a:endParaRPr lang="en-US" sz="1250" dirty="0"/>
          </a:p>
        </p:txBody>
      </p:sp>
      <p:sp>
        <p:nvSpPr>
          <p:cNvPr id="40" name="Shape 3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Accepted</a:t>
            </a:r>
            <a:endParaRPr lang="en-US" sz="80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#376408159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058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 ms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634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(limite 2 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180 MB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3210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(limite 256 MB)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4069080"/>
            <a:ext cx="10515600" cy="2148840"/>
          </a:xfrm>
          <a:prstGeom prst="roundRect">
            <a:avLst>
              <a:gd name="adj" fmla="val 3404"/>
            </a:avLst>
          </a:prstGeom>
          <a:solidFill>
            <a:srgbClr val="0F1638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160520"/>
            <a:ext cx="10149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resumo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4663440"/>
            <a:ext cx="10149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Trens são apenas arestas extras a partir da capital.
</a:t>
            </a:r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único Dijkstra + a marca via_estrada já resolve.
</a:t>
            </a:r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Conta-se direto, por destino, quantos trens podem fechar.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  •  Grupo F  •  Codeforces 449B — Jzzhu and Cities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Codeforces 449B - Jzzhu and Cities</dc:title>
  <dc:subject>PptxGenJS Presentation</dc:subject>
  <dc:creator>PptxGenJS</dc:creator>
  <cp:lastModifiedBy>PptxGenJS</cp:lastModifiedBy>
  <cp:revision>1</cp:revision>
  <dcterms:created xsi:type="dcterms:W3CDTF">2026-06-02T12:58:42Z</dcterms:created>
  <dcterms:modified xsi:type="dcterms:W3CDTF">2026-06-02T12:58:42Z</dcterms:modified>
</cp:coreProperties>
</file>