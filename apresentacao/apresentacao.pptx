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Problemas com Grafos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Codeforces 449B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Jzzhu and Cities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com análise de arestas redundantes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0F163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Grupo F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4800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Vitor Silva  •  Antonio Davi  •  Pablo Dornelles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Me Ricardo Carubbi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5623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Linguagem: 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 •   Plataforma: Codeforces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Prático 2 — Unidade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O problema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669280" cy="5029200"/>
          </a:xfrm>
          <a:prstGeom prst="roundRect">
            <a:avLst>
              <a:gd name="adj" fmla="val 1455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Enunciado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15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cidades, sendo a cidade </a:t>
            </a:r>
            <a:pPr indent="0" marL="0">
              <a:buNone/>
            </a:pPr>
            <a:r>
              <a:rPr lang="en-US" sz="1500" b="1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5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capital.
</a:t>
            </a:r>
            <a:pPr indent="0" marL="0">
              <a:buNone/>
            </a:pPr>
            <a:r>
              <a:rPr lang="en-US" sz="1500" b="1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buNone/>
            </a:pPr>
            <a:r>
              <a:rPr lang="en-US" sz="15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estradas bidirecionais com peso </a:t>
            </a:r>
            <a:pPr indent="0" marL="0">
              <a:buNone/>
            </a:pPr>
            <a:r>
              <a:rPr lang="en-US" sz="1500" i="1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15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indent="0" marL="0">
              <a:buNone/>
            </a:pPr>
            <a:r>
              <a:rPr lang="en-US" sz="1500" b="1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indent="0" marL="0">
              <a:buNone/>
            </a:pPr>
            <a:r>
              <a:rPr lang="en-US" sz="15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trens, cada um direto da capital a uma cidade </a:t>
            </a:r>
            <a:pPr indent="0" marL="0">
              <a:buNone/>
            </a:pPr>
            <a:r>
              <a:rPr lang="en-US" sz="1500" i="1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buNone/>
            </a:pPr>
            <a:r>
              <a:rPr lang="en-US" sz="15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custo </a:t>
            </a:r>
            <a:pPr indent="0" marL="0">
              <a:buNone/>
            </a:pPr>
            <a:r>
              <a:rPr lang="en-US" sz="1500" i="1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5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 máximo possível de trens sem alterar a distância mínima da capital a nenhuma cidade.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para o exemplo: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507492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074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97480" y="5166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trens podem ser fechados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852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Limites:  n ≤ 10⁵   •   m ≤ 3·10⁵   •   k ≤ 10⁵   •   pesos até 10⁹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18872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0F163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01484" y="3703320"/>
            <a:ext cx="1552194" cy="-137525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12989" y="2869387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53678" y="2328062"/>
            <a:ext cx="753923" cy="137525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6047" y="2869387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01484" y="3703320"/>
            <a:ext cx="2306117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89950" y="3557016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7601" y="3703320"/>
            <a:ext cx="1330452" cy="120335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08235" y="4158691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01484" y="3703320"/>
            <a:ext cx="1552194" cy="150418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12989" y="430911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01484" y="3703320"/>
            <a:ext cx="2306117" cy="0"/>
          </a:xfrm>
          <a:prstGeom prst="line">
            <a:avLst/>
          </a:prstGeom>
          <a:noFill/>
          <a:ln w="13970">
            <a:solidFill>
              <a:srgbClr val="F96167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301484" y="3703320"/>
            <a:ext cx="3636569" cy="1203350"/>
          </a:xfrm>
          <a:prstGeom prst="line">
            <a:avLst/>
          </a:prstGeom>
          <a:noFill/>
          <a:ln w="13970">
            <a:solidFill>
              <a:srgbClr val="F96167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301484" y="3703320"/>
            <a:ext cx="1552194" cy="1504188"/>
          </a:xfrm>
          <a:prstGeom prst="line">
            <a:avLst/>
          </a:prstGeom>
          <a:noFill/>
          <a:ln w="13970">
            <a:solidFill>
              <a:srgbClr val="F96167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100316" y="3502152"/>
            <a:ext cx="402336" cy="402336"/>
          </a:xfrm>
          <a:prstGeom prst="ellipse">
            <a:avLst/>
          </a:prstGeom>
          <a:solidFill>
            <a:srgbClr val="F9E79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00316" y="3493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652510" y="2126894"/>
            <a:ext cx="402336" cy="402336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52510" y="21177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406433" y="3502152"/>
            <a:ext cx="402336" cy="402336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06433" y="3493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736885" y="4705502"/>
            <a:ext cx="402336" cy="402336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36885" y="469635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652510" y="5006340"/>
            <a:ext cx="402336" cy="402336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52510" y="49971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Exemplo 1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629400" y="5852160"/>
            <a:ext cx="5486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9480" y="5715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estrada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03920" y="5852160"/>
            <a:ext cx="54864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9144000" y="5715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trem (saindo da capital)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F • Codeforces 449B — Jzzhu and Cities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Do enunciado ao grafo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da entrada vira um elemento do grafo. A imagem cresce em três etapas: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749040" cy="4846320"/>
          </a:xfrm>
          <a:prstGeom prst="roundRect">
            <a:avLst>
              <a:gd name="adj" fmla="val 1951"/>
            </a:avLst>
          </a:prstGeom>
          <a:solidFill>
            <a:srgbClr val="0F1638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Cidades viram vértices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81482" y="3456432"/>
            <a:ext cx="329184" cy="329184"/>
          </a:xfrm>
          <a:prstGeom prst="ellipse">
            <a:avLst/>
          </a:prstGeom>
          <a:solidFill>
            <a:srgbClr val="F9E795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1482" y="3447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96466" y="2139696"/>
            <a:ext cx="329184" cy="32918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96466" y="2130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05456" y="3456432"/>
            <a:ext cx="329184" cy="32918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3447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4539082"/>
            <a:ext cx="329184" cy="32918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452993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96466" y="4539082"/>
            <a:ext cx="329184" cy="32918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96466" y="452993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nós no plano — cidade 1 é a capital (origem).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61688" y="1417320"/>
            <a:ext cx="3749040" cy="4846320"/>
          </a:xfrm>
          <a:prstGeom prst="roundRect">
            <a:avLst>
              <a:gd name="adj" fmla="val 1951"/>
            </a:avLst>
          </a:prstGeom>
          <a:solidFill>
            <a:srgbClr val="0F1638"/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1508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Estradas viram arestas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50562" y="3621024"/>
            <a:ext cx="1014984" cy="-1316736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65546" y="2304288"/>
            <a:ext cx="608990" cy="1316736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50562" y="3621024"/>
            <a:ext cx="1623974" cy="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74536" y="3621024"/>
            <a:ext cx="1014984" cy="108265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50562" y="3621024"/>
            <a:ext cx="1014984" cy="108265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85970" y="3456432"/>
            <a:ext cx="329184" cy="329184"/>
          </a:xfrm>
          <a:prstGeom prst="ellipse">
            <a:avLst/>
          </a:prstGeom>
          <a:solidFill>
            <a:srgbClr val="F9E795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5970" y="3447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0954" y="2139696"/>
            <a:ext cx="329184" cy="32918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0954" y="2130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9944" y="3456432"/>
            <a:ext cx="329184" cy="32918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3447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24928" y="4539082"/>
            <a:ext cx="329184" cy="32918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24928" y="452993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00954" y="4539082"/>
            <a:ext cx="329184" cy="32918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00954" y="452993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44568" y="512064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estrada (u, v, x) é uma aresta bidirecional de peso x.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66176" y="1417320"/>
            <a:ext cx="3749040" cy="4846320"/>
          </a:xfrm>
          <a:prstGeom prst="roundRect">
            <a:avLst>
              <a:gd name="adj" fmla="val 1951"/>
            </a:avLst>
          </a:prstGeom>
          <a:solidFill>
            <a:srgbClr val="0F1638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49056" y="1508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Trens viram arestas extras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855050" y="3621024"/>
            <a:ext cx="1014984" cy="-1316736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70034" y="2304288"/>
            <a:ext cx="608990" cy="1316736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55050" y="3621024"/>
            <a:ext cx="1623974" cy="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79024" y="3621024"/>
            <a:ext cx="1014984" cy="108265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55050" y="3621024"/>
            <a:ext cx="1014984" cy="1082650"/>
          </a:xfrm>
          <a:prstGeom prst="line">
            <a:avLst/>
          </a:prstGeom>
          <a:noFill/>
          <a:ln w="1524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55050" y="3621024"/>
            <a:ext cx="1623974" cy="0"/>
          </a:xfrm>
          <a:prstGeom prst="line">
            <a:avLst/>
          </a:prstGeom>
          <a:noFill/>
          <a:ln w="12700">
            <a:solidFill>
              <a:srgbClr val="F96167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8855050" y="3621024"/>
            <a:ext cx="2638958" cy="1082650"/>
          </a:xfrm>
          <a:prstGeom prst="line">
            <a:avLst/>
          </a:prstGeom>
          <a:noFill/>
          <a:ln w="12700">
            <a:solidFill>
              <a:srgbClr val="F96167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8855050" y="3621024"/>
            <a:ext cx="1014984" cy="1082650"/>
          </a:xfrm>
          <a:prstGeom prst="line">
            <a:avLst/>
          </a:prstGeom>
          <a:noFill/>
          <a:ln w="12700">
            <a:solidFill>
              <a:srgbClr val="F96167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8690458" y="3456432"/>
            <a:ext cx="329184" cy="329184"/>
          </a:xfrm>
          <a:prstGeom prst="ellipse">
            <a:avLst/>
          </a:prstGeom>
          <a:solidFill>
            <a:srgbClr val="F9E795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90458" y="3447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705442" y="2139696"/>
            <a:ext cx="329184" cy="32918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705442" y="2130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314432" y="3456432"/>
            <a:ext cx="329184" cy="32918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14432" y="3447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1329416" y="4539082"/>
            <a:ext cx="329184" cy="32918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329416" y="452993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705442" y="4539082"/>
            <a:ext cx="329184" cy="32918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05442" y="452993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449056" y="512064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trem (s, y) é uma aresta da capital 1 para s, marcada como trem.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F • Codeforces 449B — Jzzhu and Cities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Modelagem como grafo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Correspondência enunciado ↔ grafo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6400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Enunciado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 G(V, 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cidades, capital =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vértices, origem v =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Estrada (u, v, x) bidirecional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Aresta (u, v) com peso x — tipo: estrada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Trem (s, y) direto da capital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Aresta (1, s) com peso y — tipo: trem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Distância mínima até cada cidade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6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 de origem única a partir de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1051560"/>
            <a:ext cx="461772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0" y="11887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Dijkstra é aplicável?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0" y="1691640"/>
            <a:ext cx="4343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não negativos: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 ≥ 1.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mais curto único a partir da capital: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única para todos os vértices.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Trens como arestas: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naturalmente integrados ao grafo, sem mudar o algoritmo.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4572000"/>
            <a:ext cx="11292840" cy="1783080"/>
          </a:xfrm>
          <a:prstGeom prst="roundRect">
            <a:avLst>
              <a:gd name="adj" fmla="val 4103"/>
            </a:avLst>
          </a:prstGeom>
          <a:solidFill>
            <a:srgbClr val="12193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Representação: lista de adjacência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5029200"/>
            <a:ext cx="10972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adj[u] = [ (v, peso, é_trem), ... ]
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estradas: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adj[u].append((v, x, False))   e   adj[v].append((u, x, False))
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trens:    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adj[1].append((s, y, True))     (só saindo da capital)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0" y="4251960"/>
            <a:ext cx="4617720" cy="320040"/>
          </a:xfrm>
          <a:prstGeom prst="roundRect">
            <a:avLst>
              <a:gd name="adj" fmla="val 1142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7804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n, E = 2m + 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F • Codeforces 449B — Jzzhu and Cities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Estratégia: Dijkstra + marcação de alternativa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utilizada: Dijkstra clássico de origem única, com uma anotação por vértice.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749040" cy="2423160"/>
          </a:xfrm>
          <a:prstGeom prst="roundRect">
            <a:avLst>
              <a:gd name="adj" fmla="val 3019"/>
            </a:avLst>
          </a:prstGeom>
          <a:solidFill>
            <a:srgbClr val="0F1638"/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Inicialização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dist[1] = 0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dist[v] = ∞  ∀v ≠ 1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via_estrada[1] = True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via_estrada[v] = False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 = [(0, 1)]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1688" y="1417320"/>
            <a:ext cx="3749040" cy="2423160"/>
          </a:xfrm>
          <a:prstGeom prst="roundRect">
            <a:avLst>
              <a:gd name="adj" fmla="val 3019"/>
            </a:avLst>
          </a:prstGeom>
          <a:solidFill>
            <a:srgbClr val="0F1638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5087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Fila de prioridade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90288" y="1920240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heapq (heap binário mín.)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extrai sempre o vértice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menor distância.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Descarta entradas obsoletas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   if d &gt; dist[u]: continue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66176" y="1417320"/>
            <a:ext cx="3749040" cy="2423160"/>
          </a:xfrm>
          <a:prstGeom prst="roundRect">
            <a:avLst>
              <a:gd name="adj" fmla="val 3019"/>
            </a:avLst>
          </a:prstGeom>
          <a:solidFill>
            <a:srgbClr val="0F1638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94776" y="150876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Critério de parada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94776" y="1920240"/>
            <a:ext cx="3337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fila vazia.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Ao final, dist[] tem o caminho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mínimo de 1 até cada vértice,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incluindo trens como arestas.
</a:t>
            </a:r>
            <a:pPr indent="0" marL="0">
              <a:spcAft>
                <a:spcPts val="200"/>
              </a:spcAft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11292840" cy="2377440"/>
          </a:xfrm>
          <a:prstGeom prst="roundRect">
            <a:avLst>
              <a:gd name="adj" fmla="val 3077"/>
            </a:avLst>
          </a:prstGeom>
          <a:solidFill>
            <a:srgbClr val="12193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69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Relaxamento da aresta  u → v  (peso w, é_trem t)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728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 = dist[u] + w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 nd &lt; dist[v]:                              </a:t>
            </a:r>
            <a:pPr indent="0" marL="0">
              <a:buNone/>
            </a:pPr>
            <a:r>
              <a:rPr lang="en-US" sz="1300" i="1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encontrou caminho mais curto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dist[v] = nd;  via_estrada[v] = (not t);  push(pq, (nd, v))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senão se  nd == dist[v]  e  not t:    </a:t>
            </a:r>
            <a:pPr indent="0" marL="0">
              <a:buNone/>
            </a:pPr>
            <a:r>
              <a:rPr lang="en-US" sz="1300" i="1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alternativa de mesmo custo por estrada
</a:t>
            </a:r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via_estrada[v] = True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F • Codeforces 449B — Jzzhu and Cities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Dijkstra em ação — Exemplo 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0F163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3703320"/>
            <a:ext cx="1600200" cy="-137525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07108" y="2869387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71800" y="2328062"/>
            <a:ext cx="777240" cy="137525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95828" y="2869387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3703320"/>
            <a:ext cx="237744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3557016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3703320"/>
            <a:ext cx="1371600" cy="120335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0248" y="4158691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703320"/>
            <a:ext cx="1600200" cy="150418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07108" y="430911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703320"/>
            <a:ext cx="2377440" cy="0"/>
          </a:xfrm>
          <a:prstGeom prst="line">
            <a:avLst/>
          </a:prstGeom>
          <a:noFill/>
          <a:ln w="13970">
            <a:solidFill>
              <a:srgbClr val="F9616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371600" y="3703320"/>
            <a:ext cx="3749040" cy="1203350"/>
          </a:xfrm>
          <a:prstGeom prst="line">
            <a:avLst/>
          </a:prstGeom>
          <a:noFill/>
          <a:ln w="13970">
            <a:solidFill>
              <a:srgbClr val="F96167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371600" y="3703320"/>
            <a:ext cx="1600200" cy="1504188"/>
          </a:xfrm>
          <a:prstGeom prst="line">
            <a:avLst/>
          </a:prstGeom>
          <a:noFill/>
          <a:ln w="13970">
            <a:solidFill>
              <a:srgbClr val="F96167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170432" y="3502152"/>
            <a:ext cx="402336" cy="402336"/>
          </a:xfrm>
          <a:prstGeom prst="ellipse">
            <a:avLst/>
          </a:prstGeom>
          <a:solidFill>
            <a:srgbClr val="F9E795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3493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517904" y="3291840"/>
            <a:ext cx="54864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17904" y="32735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70632" y="2126894"/>
            <a:ext cx="402336" cy="402336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70632" y="21177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118104" y="1916582"/>
            <a:ext cx="54864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18104" y="189829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47872" y="3502152"/>
            <a:ext cx="402336" cy="402336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3493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95344" y="3291840"/>
            <a:ext cx="54864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95344" y="32735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19472" y="4705502"/>
            <a:ext cx="402336" cy="402336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469635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266944" y="4495190"/>
            <a:ext cx="54864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66944" y="447690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70632" y="5006340"/>
            <a:ext cx="402336" cy="402336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70632" y="49971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118104" y="4796028"/>
            <a:ext cx="548640" cy="29260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18104" y="477774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Grafo + dist finais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26480" y="11887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Iterações (extração da fila)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00200"/>
          <a:ext cx="56692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4389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atualizações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dist[2]=1  dist[3]=3  dist[5]=5  dist[4]=5*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  (nd=3 == dist[3], via estrada → via_estrada[3]=T)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  (3→4 daria 7 &gt; 5)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6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" name="Text 37"/>
          <p:cNvSpPr/>
          <p:nvPr/>
        </p:nvSpPr>
        <p:spPr>
          <a:xfrm>
            <a:off x="6126480" y="39776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dist[4]=5 via trem (1→4, y=5). via_estrada[4] = False.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126480" y="4434840"/>
            <a:ext cx="566928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309360" y="4526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 final dos vetores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6309360" y="493776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         = [_, 0, 1, 3, 5, 5]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via_estrada = [_, T, T, T, </a:t>
            </a:r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T]
</a:t>
            </a:r>
            <a:pPr indent="0" marL="0">
              <a:buNone/>
            </a:pPr>
            <a:r>
              <a:rPr lang="en-US" sz="1200" i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apenas a cidade 4 depende de trem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F • Codeforces 449B — Jzzhu and Cities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Regras de fechamento dos trens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92840" cy="914400"/>
          </a:xfrm>
          <a:prstGeom prst="roundRect">
            <a:avLst>
              <a:gd name="adj" fmla="val 6000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430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Observação-chave:  </a:t>
            </a:r>
            <a:pPr indent="0" marL="0">
              <a:buNone/>
            </a:pPr>
            <a:r>
              <a:rPr lang="en-US" sz="14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trem sai da capital, então em qualquer caminho mínimo um trem aparece como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(e única) aresta</a:t>
            </a:r>
            <a:pPr indent="0" marL="0">
              <a:buNone/>
            </a:pPr>
            <a:r>
              <a:rPr lang="en-US" sz="14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Decidimos um trem por vez, agrupados pela cidade de destino.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3712464" cy="2743200"/>
          </a:xfrm>
          <a:prstGeom prst="roundRect">
            <a:avLst>
              <a:gd name="adj" fmla="val 2667"/>
            </a:avLst>
          </a:prstGeom>
          <a:solidFill>
            <a:srgbClr val="0F1638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Trem inútil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&gt; dist[s]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3291840" cy="0"/>
          </a:xfrm>
          <a:prstGeom prst="line">
            <a:avLst/>
          </a:prstGeom>
          <a:noFill/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FECHA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melhor caminho até s já é menor que o trem; fechar não muda nada.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2240280"/>
            <a:ext cx="3712464" cy="2743200"/>
          </a:xfrm>
          <a:prstGeom prst="roundRect">
            <a:avLst>
              <a:gd name="adj" fmla="val 2667"/>
            </a:avLst>
          </a:prstGeom>
          <a:solidFill>
            <a:srgbClr val="0F1638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Alternativa por estrada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0288" y="2788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dist[s]  e  via_estrada[s]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90288" y="3246120"/>
            <a:ext cx="32918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3337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FECHA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0288" y="37490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 caminho ótimo cujo último passo é estrada — manter o trem é redundante.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66176" y="2240280"/>
            <a:ext cx="3712464" cy="2743200"/>
          </a:xfrm>
          <a:prstGeom prst="roundRect">
            <a:avLst>
              <a:gd name="adj" fmla="val 2667"/>
            </a:avLst>
          </a:prstGeom>
          <a:solidFill>
            <a:srgbClr val="0F1638"/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94776" y="23317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Trem essencial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94776" y="2788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dist[s]  e  ¬via_estrada[s]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94776" y="3246120"/>
            <a:ext cx="3291840" cy="0"/>
          </a:xfrm>
          <a:prstGeom prst="line">
            <a:avLst/>
          </a:prstGeom>
          <a:noFill/>
          <a:ln w="12700">
            <a:solidFill>
              <a:srgbClr val="F9E7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94776" y="3337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mantém 1, fecha duplicatas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94776" y="37490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trem, dist[s] aumentaria. Mantém-se exatamente um trem com esse custo.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11292840" cy="128016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Aplicação no exemplo 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trem (3, 5):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y=5 &gt; dist[3]=3            → </a:t>
            </a:r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
</a:t>
            </a:r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trem (4, 5):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y=5 = dist[4],  ¬via_estrada[4]  → </a:t>
            </a:r>
            <a:pPr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mantém
</a:t>
            </a:r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trem (5, 5):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y=5 = dist[5],  via_estrada[5]   → </a:t>
            </a:r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F • Codeforces 449B — Jzzhu and Cities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Complexidade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O((V + E) · log V)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n           </a:t>
            </a:r>
            <a:pPr indent="0" marL="0">
              <a:buNone/>
            </a:pPr>
            <a:r>
              <a:rPr lang="en-US" sz="1300" i="1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(vértices)
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2m + k    </a:t>
            </a:r>
            <a:pPr indent="0" marL="0">
              <a:buNone/>
            </a:pPr>
            <a:r>
              <a:rPr lang="en-US" sz="1300" i="1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(estradas duplicadas + trens)
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 V          </a:t>
            </a:r>
            <a:pPr indent="0" marL="0">
              <a:buNone/>
            </a:pPr>
            <a:r>
              <a:rPr lang="en-US" sz="1300" i="1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(heap binário, heapq)
</a:t>
            </a:r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O(k)          </a:t>
            </a:r>
            <a:pPr indent="0" marL="0">
              <a:buNone/>
            </a:pPr>
            <a:r>
              <a:rPr lang="en-US" sz="1300" i="1" dirty="0">
                <a:solidFill>
                  <a:srgbClr val="8A9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contagem final sobre os trens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212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vértice entra na fila no máximo uma vez por relaxamento bem-sucedido; cada aresta é processada O(1) vez na ramificação ativa.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18872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325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Memória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1783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83680" y="242316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b="1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adjacência </a:t>
            </a:r>
            <a:pPr indent="0" marL="0">
              <a:buNone/>
            </a:pPr>
            <a:r>
              <a:rPr lang="en-US" sz="12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2m + k entradas
</a:t>
            </a:r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b="1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</a:t>
            </a:r>
            <a:pPr indent="0" marL="0">
              <a:buNone/>
            </a:pPr>
            <a:r>
              <a:rPr lang="en-US" sz="12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 e via_estrada de tamanho n
</a:t>
            </a:r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00" b="1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</a:t>
            </a:r>
            <a:pPr indent="0" marL="0">
              <a:buNone/>
            </a:pPr>
            <a:r>
              <a:rPr lang="en-US" sz="12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no máximo O(E) entradas vivas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361188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0F163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 limites do problema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406908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≤ 10⁵    m ≤ 3·10⁵    k ≤ 10⁵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⇒ ~7·10⁵ arestas e ~6·10⁶ ops de heap.
</a:t>
            </a:r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Submissão real: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tempo:    </a:t>
            </a:r>
            <a:pPr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1625 ms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(limite 2000 ms)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memória:  </a:t>
            </a:r>
            <a:pPr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 MB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(limite 256 MB)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F • Codeforces 449B — Jzzhu and Cities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Casos especiais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712464" cy="2377440"/>
          </a:xfrm>
          <a:prstGeom prst="roundRect">
            <a:avLst>
              <a:gd name="adj" fmla="val 2308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09728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Pesos grandes (até 10⁹)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Distâncias podem chegar a ~10¹⁴. Em Python inteiros são arbitrários — sem overflow.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Java, usar long.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1688" y="1188720"/>
            <a:ext cx="3712464" cy="2377440"/>
          </a:xfrm>
          <a:prstGeom prst="roundRect">
            <a:avLst>
              <a:gd name="adj" fmla="val 2308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61688" y="1188720"/>
            <a:ext cx="109728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371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Múltiplos trens para a mesma cidade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36008" y="205740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Agrupamos por destino. No máximo um é mantido quando estritamente necessário; os demais empatados são fechados.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66176" y="1188720"/>
            <a:ext cx="3712464" cy="2377440"/>
          </a:xfrm>
          <a:prstGeom prst="roundRect">
            <a:avLst>
              <a:gd name="adj" fmla="val 2308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6176" y="1188720"/>
            <a:ext cx="109728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0496" y="13716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Arestas paralelas entre o mesmo par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40496" y="205740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Tratadas naturalmente — cada uma vira uma entrada própria na lista de adjacência. O Dijkstra escolhe a melhor.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3712464" cy="2377440"/>
          </a:xfrm>
          <a:prstGeom prst="roundRect">
            <a:avLst>
              <a:gd name="adj" fmla="val 2308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94760"/>
            <a:ext cx="109728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77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Empate trem × estrada (y = dist[s])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marcação via_estrada[s] detecta a alternativa por estrada e permite fechar o trem redundante.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61688" y="3794760"/>
            <a:ext cx="3712464" cy="2377440"/>
          </a:xfrm>
          <a:prstGeom prst="roundRect">
            <a:avLst>
              <a:gd name="adj" fmla="val 2308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61688" y="3794760"/>
            <a:ext cx="109728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3977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Trem que melhora a distância (y &lt; dist[s])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36008" y="466344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Tratado dentro do próprio Dijkstra — o trem é apenas mais uma aresta. dist[s] cai e via_estrada[s] fica False.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66176" y="3794760"/>
            <a:ext cx="3712464" cy="2377440"/>
          </a:xfrm>
          <a:prstGeom prst="roundRect">
            <a:avLst>
              <a:gd name="adj" fmla="val 2308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66176" y="3794760"/>
            <a:ext cx="109728" cy="2377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0496" y="3977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Conectividade garantida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40496" y="4663440"/>
            <a:ext cx="3383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enunciado garante que toda cidade alcança a capital, então nenhum dist[v] fica em ∞ no final.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F • Codeforces 449B — Jzzhu and Cities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3856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Accepted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F163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06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#376408159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da submissão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4688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F163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606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1625 ms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63440" y="3246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(limite 2 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246888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F163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2606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 MB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21040" y="3246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(limite 256 MB)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069080"/>
            <a:ext cx="10515600" cy="2148840"/>
          </a:xfrm>
          <a:prstGeom prst="roundRect">
            <a:avLst>
              <a:gd name="adj" fmla="val 3404"/>
            </a:avLst>
          </a:prstGeom>
          <a:solidFill>
            <a:srgbClr val="0F1638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605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resumo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4663440"/>
            <a:ext cx="10149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unificada: trens são apenas arestas extras a partir da capital.
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execução de Dijkstra com a marcação via_estrada já resolve.
</a:t>
            </a:r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direta sobre os trens, agrupados por destino, fornece a resposta.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 •  Grupo F  •  Codeforces 449B — Jzzhu and Cities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Codeforces 449B - Jzzhu and Cities</dc:title>
  <dc:subject>PptxGenJS Presentation</dc:subject>
  <dc:creator>PptxGenJS</dc:creator>
  <cp:lastModifiedBy>PptxGenJS</cp:lastModifiedBy>
  <cp:revision>1</cp:revision>
  <dcterms:created xsi:type="dcterms:W3CDTF">2026-06-02T12:40:25Z</dcterms:created>
  <dcterms:modified xsi:type="dcterms:W3CDTF">2026-06-02T12:40:25Z</dcterms:modified>
</cp:coreProperties>
</file>