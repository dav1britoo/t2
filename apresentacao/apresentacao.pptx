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 de Problemas com Grafos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Codeforces 449B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Jzzhu and Cities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com análise de arestas redundantes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4206240"/>
            <a:ext cx="10515600" cy="1828800"/>
          </a:xfrm>
          <a:prstGeom prst="roundRect">
            <a:avLst>
              <a:gd name="adj" fmla="val 5000"/>
            </a:avLst>
          </a:prstGeom>
          <a:solidFill>
            <a:srgbClr val="0F1638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42976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Grupo F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4800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Vitor Silva  •  Antonio Davi  •  Pablo Dornelles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Orientador:  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Me Ricardo Carubbi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5623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Linguagem: 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   •   Plataforma: Codeforces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Prático 2 — Unidade 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O problema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669280" cy="5029200"/>
          </a:xfrm>
          <a:prstGeom prst="roundRect">
            <a:avLst>
              <a:gd name="adj" fmla="val 1455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258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Enunciado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783080"/>
            <a:ext cx="5120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cidades, sendo a cidade </a:t>
            </a:r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capital.
</a:t>
            </a:r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estradas bidirecionais com pesos </a:t>
            </a:r>
            <a:pPr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
</a:t>
            </a:r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rotas de trem ligando a capital a uma cidade </a:t>
            </a:r>
            <a:pPr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 custo </a:t>
            </a:r>
            <a:pPr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79476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o maior número possível de rotas de trem sem alterar a distância mínima da capital a nenhuma cidade.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553212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Limites:  n ≤ 10⁵   •   m ≤ 3·10⁵   •   k ≤ 10⁵   •   pesos até 10⁹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0" y="1188720"/>
            <a:ext cx="5349240" cy="5029200"/>
          </a:xfrm>
          <a:prstGeom prst="roundRect">
            <a:avLst>
              <a:gd name="adj" fmla="val 1455"/>
            </a:avLst>
          </a:prstGeom>
          <a:solidFill>
            <a:srgbClr val="0F1638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1325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Exemplo 1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0" y="3291840"/>
            <a:ext cx="1463040" cy="-109728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0" y="2606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778240" y="2194560"/>
            <a:ext cx="1188720" cy="109728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89720" y="2606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0" y="3291840"/>
            <a:ext cx="26517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8200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966960" y="3291840"/>
            <a:ext cx="1188720" cy="109728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78440" y="37033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0" y="3291840"/>
            <a:ext cx="1463040" cy="16459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0" y="39776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0" y="3291840"/>
            <a:ext cx="2651760" cy="0"/>
          </a:xfrm>
          <a:prstGeom prst="line">
            <a:avLst/>
          </a:prstGeom>
          <a:noFill/>
          <a:ln w="15240">
            <a:solidFill>
              <a:srgbClr val="F96167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7315200" y="3291840"/>
            <a:ext cx="3840480" cy="1097280"/>
          </a:xfrm>
          <a:prstGeom prst="line">
            <a:avLst/>
          </a:prstGeom>
          <a:noFill/>
          <a:ln w="15240">
            <a:solidFill>
              <a:srgbClr val="F96167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7315200" y="3291840"/>
            <a:ext cx="1463040" cy="1645920"/>
          </a:xfrm>
          <a:prstGeom prst="line">
            <a:avLst/>
          </a:prstGeom>
          <a:noFill/>
          <a:ln w="15240">
            <a:solidFill>
              <a:srgbClr val="F96167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086600" y="3063240"/>
            <a:ext cx="457200" cy="457200"/>
          </a:xfrm>
          <a:prstGeom prst="ellipse">
            <a:avLst/>
          </a:prstGeom>
          <a:solidFill>
            <a:srgbClr val="F9E795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3044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549640" y="1965960"/>
            <a:ext cx="457200" cy="45720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49640" y="1947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9738360" y="3063240"/>
            <a:ext cx="457200" cy="45720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38360" y="3044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927080" y="4160520"/>
            <a:ext cx="457200" cy="45720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927080" y="41422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549640" y="4709160"/>
            <a:ext cx="457200" cy="457200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640" y="46908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629400" y="5806440"/>
            <a:ext cx="54864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69480" y="56692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estrada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503920" y="5806440"/>
            <a:ext cx="54864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9144000" y="56692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 (da capital)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Modelagem como grafo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41732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3258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Vértices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16916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n cidades. A capital é o vértice 1, origem do Dijkstra.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42316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4048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2331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Arestas — estradas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26974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estrada (u, v, x) vira aresta bidirecional de peso x.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42900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4107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Arestas — trens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37033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trem (s, y) vira uma aresta extra ligando 1 → s com peso y, marcada como tipo "trem".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25196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443484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4165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63040" y="4343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Pesos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63040" y="47091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não negativos (x, y ≥ 1) ⇒ Dijkstra é aplicável.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544068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4223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463040" y="5349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Representação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63040" y="57150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adjacência. Cada item: (vizinho, peso, é_trem).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Estratégia: Dijkstra + marcação de alternativa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execução de Dijkstra a partir da capital, sobre estradas + trens.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943600" cy="4846320"/>
          </a:xfrm>
          <a:prstGeom prst="roundRect">
            <a:avLst>
              <a:gd name="adj" fmla="val 1132"/>
            </a:avLst>
          </a:prstGeom>
          <a:solidFill>
            <a:srgbClr val="12193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0876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Relaxamento adaptado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566928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 relaxar  u → v  com custo  nd:
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  nd &lt; dist[v]:
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dist[v] = nd
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via_estrada[v] = (não é trem)
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senão se  nd == dist[v]:
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 a aresta é estrada:
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via_estrada[v] = True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0" y="1417320"/>
            <a:ext cx="5120640" cy="4846320"/>
          </a:xfrm>
          <a:prstGeom prst="roundRect">
            <a:avLst>
              <a:gd name="adj" fmla="val 1132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0" y="1508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Contagem final, por trem (s, y)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766560" y="196596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&gt; dist[s]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766560" y="2258568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fecha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66560" y="253288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 mais caro que o caminho mínimo: inútil.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766560" y="301752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dist[s] e via_estrada[s]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66560" y="3310128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fecha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766560" y="358444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alternativa só por estradas.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766560" y="406908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dist[s] e ¬via_estrada[s]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766560" y="4361688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mantém 1 / fecha demais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63600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 é a única forma de alcançar o ótimo.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66560" y="512064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&lt; dist[s]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66560" y="5413248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impossível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66560" y="568756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próprio trem já estava no Dijkstra.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Por que funciona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47120" cy="1645920"/>
          </a:xfrm>
          <a:prstGeom prst="roundRect">
            <a:avLst>
              <a:gd name="adj" fmla="val 3333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25880"/>
            <a:ext cx="10698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Observação-chave: </a:t>
            </a:r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trem sai da capital. Portanto, em qualquer caminho mínimo, um trem só pode aparecer como </a:t>
            </a:r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(e única) aresta</a:t>
            </a:r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Para vértices que não são destino direto de trem, o problema é Dijkstra padrão — só precisamos decidir o destino de cada trem.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3108960"/>
            <a:ext cx="3712464" cy="3108960"/>
          </a:xfrm>
          <a:prstGeom prst="roundRect">
            <a:avLst>
              <a:gd name="adj" fmla="val 2353"/>
            </a:avLst>
          </a:prstGeom>
          <a:solidFill>
            <a:srgbClr val="0F1638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2461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Trem inútil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37490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&gt; dist[s]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4297680"/>
            <a:ext cx="3291840" cy="0"/>
          </a:xfrm>
          <a:prstGeom prst="line">
            <a:avLst/>
          </a:prstGeom>
          <a:noFill/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43484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melhor caminho até s já é menor que o trem; fechar não muda nada.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61688" y="3108960"/>
            <a:ext cx="3712464" cy="3108960"/>
          </a:xfrm>
          <a:prstGeom prst="roundRect">
            <a:avLst>
              <a:gd name="adj" fmla="val 2353"/>
            </a:avLst>
          </a:prstGeom>
          <a:solidFill>
            <a:srgbClr val="0F1638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32461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Alternativa por estrada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90288" y="37490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dist[s] e via_estrada[s]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90288" y="4297680"/>
            <a:ext cx="32918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0288" y="443484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 um caminho ótimo cujo último passo é estrada — manter o trem é redundante.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66176" y="3108960"/>
            <a:ext cx="3712464" cy="3108960"/>
          </a:xfrm>
          <a:prstGeom prst="roundRect">
            <a:avLst>
              <a:gd name="adj" fmla="val 2353"/>
            </a:avLst>
          </a:prstGeom>
          <a:solidFill>
            <a:srgbClr val="0F1638"/>
          </a:solidFill>
          <a:ln w="25400">
            <a:solidFill>
              <a:srgbClr val="F9E79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94776" y="32461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Trem essencial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94776" y="37490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dist[s] e ¬via_estrada[s]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94776" y="4297680"/>
            <a:ext cx="3291840" cy="0"/>
          </a:xfrm>
          <a:prstGeom prst="line">
            <a:avLst/>
          </a:prstGeom>
          <a:noFill/>
          <a:ln w="12700">
            <a:solidFill>
              <a:srgbClr val="F9E79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94776" y="443484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trem, dist[s] aumentaria. Mantém-se exatamente um; duplicados são fechados.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Complexidade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669280" cy="4937760"/>
          </a:xfrm>
          <a:prstGeom prst="roundRect">
            <a:avLst>
              <a:gd name="adj" fmla="val 185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5120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O((V + E) · log V)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51206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 = n           </a:t>
            </a:r>
            <a:pPr indent="0" marL="0">
              <a:buNone/>
            </a:pPr>
            <a:r>
              <a:rPr lang="en-US" sz="1400" i="1" dirty="0">
                <a:solidFill>
                  <a:srgbClr val="8A9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(vértices)
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= 2m + k    </a:t>
            </a:r>
            <a:pPr indent="0" marL="0">
              <a:buNone/>
            </a:pPr>
            <a:r>
              <a:rPr lang="en-US" sz="1400" i="1" dirty="0">
                <a:solidFill>
                  <a:srgbClr val="8A9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(estradas dos dois lados + trens)
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O(k)          </a:t>
            </a:r>
            <a:pPr indent="0" marL="0">
              <a:buNone/>
            </a:pPr>
            <a:r>
              <a:rPr lang="en-US" sz="1400" i="1" dirty="0">
                <a:solidFill>
                  <a:srgbClr val="8A9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contagem final sobre os trens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56692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prioridade: heapq (heap binário).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0" y="1280160"/>
            <a:ext cx="5349240" cy="2286000"/>
          </a:xfrm>
          <a:prstGeom prst="roundRect">
            <a:avLst>
              <a:gd name="adj" fmla="val 3200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4173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Memória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19202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O(V + E)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0" y="260604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 de adjacência + vetores dist, via_estrada e a heap.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3749040"/>
            <a:ext cx="5349240" cy="2468880"/>
          </a:xfrm>
          <a:prstGeom prst="roundRect">
            <a:avLst>
              <a:gd name="adj" fmla="val 2963"/>
            </a:avLst>
          </a:prstGeom>
          <a:solidFill>
            <a:srgbClr val="0F1638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3886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problema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83680" y="4434840"/>
            <a:ext cx="5029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≤ 10⁵   m ≤ 3·10⁵   k ≤ 10⁵
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⇒ ~7·10⁵ arestas, ~6·10⁶ operações de heap.
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Submissão real: </a:t>
            </a:r>
            <a:pPr indent="0" marL="0">
              <a:buNone/>
            </a:pPr>
            <a:r>
              <a:rPr lang="en-US" sz="13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1625 ms / 180 MB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(limite 2 s / 256 MB).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 Casos especiais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712464" cy="2377440"/>
          </a:xfrm>
          <a:prstGeom prst="roundRect">
            <a:avLst>
              <a:gd name="adj" fmla="val 2308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109728" cy="2377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Pesos grandes (até 10⁹)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33832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Distâncias podem chegar a ~10¹⁴. Python usa inteiros arbitrários, não há overflow.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188720"/>
            <a:ext cx="3712464" cy="2377440"/>
          </a:xfrm>
          <a:prstGeom prst="roundRect">
            <a:avLst>
              <a:gd name="adj" fmla="val 2308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61688" y="1188720"/>
            <a:ext cx="109728" cy="2377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6008" y="13716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Múltiplos trens para a mesma cidade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36008" y="2148840"/>
            <a:ext cx="33832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Agrupamos por destino. Mantemos no máximo um quando estritamente necessário; os demais empatados são fechados.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66176" y="1188720"/>
            <a:ext cx="3712464" cy="2377440"/>
          </a:xfrm>
          <a:prstGeom prst="roundRect">
            <a:avLst>
              <a:gd name="adj" fmla="val 2308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66176" y="1188720"/>
            <a:ext cx="109728" cy="2377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40496" y="13716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Arestas paralelas entre o mesmo par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40496" y="2148840"/>
            <a:ext cx="33832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Tratadas naturalmente — cada uma vira uma entrada própria na lista de adjacência.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794760"/>
            <a:ext cx="3712464" cy="2377440"/>
          </a:xfrm>
          <a:prstGeom prst="roundRect">
            <a:avLst>
              <a:gd name="adj" fmla="val 2308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794760"/>
            <a:ext cx="109728" cy="2377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9776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Empate trem × estrada (y = dist[s])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4754880"/>
            <a:ext cx="33832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marcação via_estrada[s] garante reconhecer alternativa por estrada e fechar o trem redundante.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61688" y="3794760"/>
            <a:ext cx="3712464" cy="2377440"/>
          </a:xfrm>
          <a:prstGeom prst="roundRect">
            <a:avLst>
              <a:gd name="adj" fmla="val 2308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61688" y="3794760"/>
            <a:ext cx="109728" cy="2377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36008" y="39776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Trem que melhora a distância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36008" y="4754880"/>
            <a:ext cx="33832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só mais uma aresta no Dijkstra. dist[s] é atualizado pelo trem e via_estrada[s] permanece falso ⇒ trem mantido.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66176" y="3794760"/>
            <a:ext cx="3712464" cy="2377440"/>
          </a:xfrm>
          <a:prstGeom prst="roundRect">
            <a:avLst>
              <a:gd name="adj" fmla="val 2308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66176" y="3794760"/>
            <a:ext cx="109728" cy="2377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40496" y="39776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Conectividade garantida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540496" y="4754880"/>
            <a:ext cx="33832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enunciado garante que toda cidade alcança a capital, então nenhum vértice fica com distância infinita.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Accepted</a:t>
            </a:r>
            <a:endParaRPr lang="en-US" sz="80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0F1638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606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#376408159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0584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da submissão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0F1638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2606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1625 ms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66344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(limite 2 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0F1638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2606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180 MB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32104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(limite 256 MB)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4069080"/>
            <a:ext cx="10515600" cy="2148840"/>
          </a:xfrm>
          <a:prstGeom prst="roundRect">
            <a:avLst>
              <a:gd name="adj" fmla="val 3404"/>
            </a:avLst>
          </a:prstGeom>
          <a:solidFill>
            <a:srgbClr val="0F1638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160520"/>
            <a:ext cx="10149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resumo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4663440"/>
            <a:ext cx="10149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unificada: trens são apenas arestas extras da capital.
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execução de Dijkstra com a marcação via_estrada já resolve.
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Contagem direta sobre os trens, agrupados por destino, dá a resposta.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  •  Grupo F  •  Codeforces 449B — Jzzhu and Cities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Codeforces 449B - Jzzhu and Cities</dc:title>
  <dc:subject>PptxGenJS Presentation</dc:subject>
  <dc:creator>PptxGenJS</dc:creator>
  <cp:lastModifiedBy>PptxGenJS</cp:lastModifiedBy>
  <cp:revision>1</cp:revision>
  <dcterms:created xsi:type="dcterms:W3CDTF">2026-05-28T13:25:53Z</dcterms:created>
  <dcterms:modified xsi:type="dcterms:W3CDTF">2026-05-28T13:25:53Z</dcterms:modified>
</cp:coreProperties>
</file>